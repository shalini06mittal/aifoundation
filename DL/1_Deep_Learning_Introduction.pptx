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Neural Networks &amp; AI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457200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Deep Learning?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a subset of Machine Learning that uses artificial neural networks with multiple layers (deep neural networks) to learn and make intelligent decisions from large amounts of data.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layers of artificial neurons (deep architecture)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learns feature representations from raw data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 for optimal performance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the human brain's neural structure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vs Deep Learning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023360" cy="32004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Machine Learning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manual feature engineering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smaller datasets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plateaus with more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interpret and explain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computational power needed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2024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feature extraction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amounts of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improves with scale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seen as a 'black box'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Demands high computational resources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Deep Learning?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Breakthrough Performance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Achieves state-of-the-art results in image recognition, speech recognition, natural language processing, and game playing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28016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783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directly from raw data without manual feature engineering, reducing human effort and bias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429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models can be adapted to new tasks with minimal data, saving time and resources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4290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Excels at processing unstructured data like images, audio, video, and text that traditional methods struggle with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618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classification, Object detection, Facial recognition, Autonomous vehicles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translation, Chatbots, Sentiment analysis, Text generation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5420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78892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(Siri, Alexa), Speech-to-text, Voice authentication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182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analysis, Drug discovery, Disease prediction, Personalized treatment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5943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8221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" y="406908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Amazon, YouTube, Spotify personalized recommendations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462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4709160"/>
            <a:ext cx="7589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Algorithmic trading, Credit scoring, Risk assessment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Neural Networks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neural network architectures are designed for specific types of tasks and data patterns: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 (ANN)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0848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feedforward networks for general-purpose tasks • Classification, regression, pattern recognition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606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26060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86207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for processing grid-like data (images) • Image recognition, computer vision, video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83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33832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(RNN)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36393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sequential and time-series data • Language modeling, speech recognition, time series forecasting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60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1605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Adversarial Networks (GAN)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44165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networks competing to generate realistic data • Image generation, data augmentation, style transfer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Neural Networks (ANN)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architecture consisting of interconnected layers of neurons that process information through weighted connections.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Layer: Receives raw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Layers: Process and transform data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Layer: Produces final predictions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(each neuron connects to all neurons in next layer)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 Cases: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21031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 classification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tasks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recognition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assessment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Key Point: ANNs work best with structured, tabular data where features are well-defined and relationships are complex but not spatially or temporally dependent.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for processing grid-structured data, particularly images, by detecting spatial patterns and hierarchical features.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Layers: Extract features using filters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Layers: Reduce spatial dimensions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Functions: Introduce non-linearity (ReLU)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 Layers: Final classification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21031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classification and recognition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detection and segmentation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recognition systems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analysis (X-rays, MRI)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vision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Advantage: CNNs automatically learn hierarchical features - from simple edges and textures to complex objects - making them ideal for visual tasks.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(RNN)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sequential data with temporal dependencies, RNNs maintain memory of previous inputs through recurrent connections.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loops allow information persistence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sequences of variable length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Variants: LSTM (Long Short-Term Memory) and GRU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temporal patterns and dependencies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20640" y="21031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and translation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and synthesis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forecasting (stock prices, weather)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analysis and action recognition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generation and composition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Special Feature: RNNs maintain 'memory' of previous inputs, making them perfect for tasks where context and order matter, like understanding sentences or predicting next words.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Adversarial Networks (GAN)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architecture where two neural networks - Generator and Discriminator - compete against each other to create realistic synthetic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402336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Network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fake data samples from random noise, continuously improving to fool the discriminator.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828800"/>
            <a:ext cx="4023360" cy="1188720"/>
          </a:xfrm>
          <a:prstGeom prst="rect">
            <a:avLst/>
          </a:prstGeom>
          <a:solidFill>
            <a:srgbClr val="F8FAFC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 Network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2286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whether data is real or fake, improving its detection ability as the generator gets better.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3657600"/>
            <a:ext cx="7955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image generation (faces, artwork)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for training datasets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Image-to-image translation (sketches to photos)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game graphics and character creation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technology and style transfer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Networks: Quick Comparison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2560320"/>
                <a:gridCol w="2011680"/>
                <a:gridCol w="2286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Network Type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 Type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ANN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Structured data, classification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Tabular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Credit scoring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CNN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Visual data, spatial patterns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Images, videos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Face recognition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RNN/LSTM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Sequential data, time series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Text, audio, time series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Language translation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</a:rPr>
                        <a:t>GAN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Data generation, creativity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Images, synthetic data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</a:rPr>
                        <a:t>Photo generation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Deep Learning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320040"/>
            <a:ext cx="73152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Learning Path: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Python programming and key libraries (NumPy, Pandas)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40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linear algebra, calculus, and probability basics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classical machine learning algorithms and concepts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46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neural network fundamentals and backpropagation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490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749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with frameworks like TensorFlow or PyTorch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51960"/>
            <a:ext cx="320040" cy="3200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51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2519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on real projects and participate in Kaggle competitions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Resources: Coursera, fast.ai, Deep Learning Specialization (Andrew Ng), PyTorch/TensorFlow tutorials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is revolutionizing AI across multiple domains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neural network types solve different problem categories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excel at visual tasks, RNNs at sequential data, GANs at generation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foundations in math and programming are essential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 is crucial for mastering deep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0" y="4937760"/>
            <a:ext cx="1828800" cy="45720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Deep Learning</dc:title>
  <dc:subject>PptxGenJS Presentation</dc:subject>
  <dc:creator>Deep Learning Training</dc:creator>
  <cp:lastModifiedBy>Deep Learning Training</cp:lastModifiedBy>
  <cp:revision>1</cp:revision>
  <dcterms:created xsi:type="dcterms:W3CDTF">2026-04-01T13:50:47Z</dcterms:created>
  <dcterms:modified xsi:type="dcterms:W3CDTF">2026-04-01T13:50:47Z</dcterms:modified>
</cp:coreProperties>
</file>