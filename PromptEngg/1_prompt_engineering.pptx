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48640"/>
            <a:ext cx="0" cy="402336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FUNDAMENTALS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 &amp; Context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PROMPT ENGINEERING?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practice of designing and refining input instructions to AI language models in order to achieve accurate, relevant, and high-quality outputs.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23160"/>
            <a:ext cx="265176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precise, well-structured prompts tailored to the task at hand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42316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23160"/>
            <a:ext cx="265176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50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and improve prompts based on model outputs and observed gaps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42316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423160"/>
            <a:ext cx="265176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450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clarity, brevity, and context to maximize model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OF CLEAR INSTRUCTIONS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VAGUE vs CLEAR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VAGUE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something about climate change."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93192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CLEAR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200-word summary of the top 3 causes of climate change for a high-school science class. Use simple language and one example per cause."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PRINCIPLES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4572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1554480"/>
            <a:ext cx="34290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591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Specific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94960" y="18470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exact scope, format, length, and style you need.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395728"/>
            <a:ext cx="4572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2395728"/>
            <a:ext cx="34290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Action Verbs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94960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verbs like Summarize, List, Explain, Compare, Generate.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236976"/>
            <a:ext cx="4572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101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3236976"/>
            <a:ext cx="34290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Avoid Ambiguity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94960" y="35295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pronouns and vague terms with concrete, descriptive words.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078224"/>
            <a:ext cx="4572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1513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4078224"/>
            <a:ext cx="34290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Constraints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94960" y="4370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word limits, bullet counts, or format restrictions upfront.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PROVIDING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transforms generic responses into precise, targeted answers.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743200" cy="15087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ROLE / PERSONA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who it is.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financial analyst with 20 years of experience."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743200" cy="15087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AUDIENCE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07568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who the output is for.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this to a non-technical executive audience."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743200" cy="15087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🏁  GOAL / PURPOSE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07568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desired outcome.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 is to persuade investors to fund this project."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743200" cy="15087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 FORMAT &amp; TONE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72160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structure and voice.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 in bullet points with a professional, concise tone."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3246120"/>
            <a:ext cx="2743200" cy="15087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 BACKGROUND INFO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72160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relevant data upfront.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the dataset: [...]. Based on this, identify trends."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2743200" cy="15087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CONSTRAINTS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72160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 or restrictions.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mention competitors. Keep the answer under 150 words."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WELL-CONTEXTUALISED PROMPT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1732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143000"/>
            <a:ext cx="66751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21615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seasoned marketing strategist.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1417320" cy="56692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751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883664"/>
            <a:ext cx="66751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95681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is a startup founder with limited marketing budget.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141732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15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624328"/>
            <a:ext cx="66751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9748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3-step social media launch plan for their new SaaS product.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1417320" cy="56692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56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364992"/>
            <a:ext cx="66751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3814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each step as a numbered action with a one-sentence rationale.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105656"/>
            <a:ext cx="141732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970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4105656"/>
            <a:ext cx="66751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17880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entire plan under 200 words and avoid jargon.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65860" y="1709928"/>
            <a:ext cx="0" cy="1188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5860" y="2450592"/>
            <a:ext cx="0" cy="1188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5860" y="3191256"/>
            <a:ext cx="0" cy="1188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5860" y="3931920"/>
            <a:ext cx="0" cy="1188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MISTAKES TO AVOID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Assuming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1790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have no memory of prior chats. Restate role, format, and goal every time you start a new session.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Overloading One 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51790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too many tasks into a single prompt reduces accuracy. Break complex tasks into sequential, focused prompts.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Vague Outcome Definition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9806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'make it good' gives no direction. Specify exactly what success looks like — length, format, depth.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246888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514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Ignoring Negative 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79806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what NOT to do. Omitting exclusions often leads to unwanted content or off-topic responses.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Skipping Iteration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7822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outputs are rarely optimal. Treat prompting as a dialogue — refine based on what comes back.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374904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Examples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407822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possible, show the model an example of the desired output. One good example beats two paragraphs of description.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CHEAT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role or persona at the start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output format explicitly (bullet, table, prose)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audience and reading level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examples when format matters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107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multi-step tasks into sequential prompts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refine based on the first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251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43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numbered steps for procedural content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 DON'T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5819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600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vague openers like 'tell me about…'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391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57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the model to infer your audience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4963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multiple unrelated tasks into one prompt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9535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71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first output — always evaluate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4107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29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to specify word/length limits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8679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technical jargon if writing for beginners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4325112"/>
            <a:ext cx="393192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343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model remembers past conversations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REUSABLE PROMPT TEMPLATE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    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[expert role] with expertise in [domain].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 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situation is [background / relevant details].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768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AUDIENCE: 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output is for [target audience / reading level].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980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    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[Action verb] + [specific deliverable] related to [topic].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319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  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 in [format: bullet list / table / paragraph / numbered steps].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to [word count / number of items]. Do not [restriction].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Save this template and fill in the blanks for any new prompting task.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1704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Instructions drive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action-oriented instructions consistently outperform vague requests.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19293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is not optional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2219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audience, goal, and format are essential — not nice-to-haves.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609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26883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 is iterative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9809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output as feedback. Refine your prompt, refine your result.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3447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 beats length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398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well-structured 50-word prompt beats a rambling 200-word one every time.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4206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Templates accelerate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4988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 templates save time and ensure consistent, high-quality outputs.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 ·  MODULE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Fundamentals</dc:title>
  <dc:subject>PptxGenJS Presentation</dc:subject>
  <dc:creator>PptxGenJS</dc:creator>
  <cp:lastModifiedBy>PptxGenJS</cp:lastModifiedBy>
  <cp:revision>1</cp:revision>
  <dcterms:created xsi:type="dcterms:W3CDTF">2026-05-07T02:11:29Z</dcterms:created>
  <dcterms:modified xsi:type="dcterms:W3CDTF">2026-05-07T02:11:29Z</dcterms:modified>
</cp:coreProperties>
</file>