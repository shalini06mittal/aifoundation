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25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Agents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Beginner's Guide to Modern AI Systems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3832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&amp; Machine Learning?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37160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5856" y="1325880"/>
            <a:ext cx="29861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can perform tasks requiring human intelligence - like understanding language, recognizing patterns, and making decisions.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63440" y="1188720"/>
            <a:ext cx="3840480" cy="137160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80529" y="1325880"/>
            <a:ext cx="295476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 where machines learn from data and improve their performance without being explicitly programmed for every task.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Analogy: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40080" y="3383280"/>
            <a:ext cx="7863840" cy="118872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Programming: 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teach a computer step-by-step how to do something (like following a recipe)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learns patterns from examples and figures out how to do tasks on its own (like learning to cook by tasting many dishes)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AI Agents?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autonomous software programs that can perceive their environment, make decisions, and take actions to achieve specific goals.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108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Autonomous: </a:t>
            </a: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operate independently without constant human input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8404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59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Intelligent: </a:t>
            </a: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AI/ML to understand and reason about tasks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57200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4592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Goal-Oriented: </a:t>
            </a: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towards achieving specific objectives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Everyday Life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interact with AI agents more often than you think!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Google Assistant - they understand voice, answer questions, and perform tasks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937760" y="1554480"/>
            <a:ext cx="3840480" cy="128016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0" y="1783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bots that help you troubleshoot problems or answer FAQs on websites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40080" y="3108960"/>
            <a:ext cx="3840480" cy="128016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918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33375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suggesting shows, Amazon recommending products, Spotify creating playlists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937760" y="3108960"/>
            <a:ext cx="3840480" cy="128016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29184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52160" y="33375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ChatGPT helping developers write and debug code automatically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These Systems Work?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"GPT interfaces are like websites, Python frameworks are like backend apps, and libraries connect to data sources."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visualize this step by step...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9774" y="2720340"/>
            <a:ext cx="1463040" cy="82296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54" y="28575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9774" y="32689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254" y="30403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38574" y="2720340"/>
            <a:ext cx="146304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454" y="28575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38574" y="32689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054" y="304038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67374" y="2720340"/>
            <a:ext cx="1463040" cy="82296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0254" y="285750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67374" y="32689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854" y="3040380"/>
            <a:ext cx="27432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696174" y="2720340"/>
            <a:ext cx="1463040" cy="82296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054" y="285750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696174" y="32232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654" y="3040380"/>
            <a:ext cx="274320" cy="274320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7524974" y="2720340"/>
            <a:ext cx="1463040" cy="82296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7854" y="2857500"/>
            <a:ext cx="365760" cy="36576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524974" y="32232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5" name="Text 14"/>
          <p:cNvSpPr/>
          <p:nvPr/>
        </p:nvSpPr>
        <p:spPr>
          <a:xfrm>
            <a:off x="209774" y="36804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26" name="Text 15"/>
          <p:cNvSpPr/>
          <p:nvPr/>
        </p:nvSpPr>
        <p:spPr>
          <a:xfrm>
            <a:off x="2038574" y="36804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3867374" y="36804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8" name="Text 17"/>
          <p:cNvSpPr/>
          <p:nvPr/>
        </p:nvSpPr>
        <p:spPr>
          <a:xfrm>
            <a:off x="5696174" y="36804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00" dirty="0"/>
          </a:p>
        </p:txBody>
      </p:sp>
      <p:sp>
        <p:nvSpPr>
          <p:cNvPr id="29" name="Text 18"/>
          <p:cNvSpPr/>
          <p:nvPr/>
        </p:nvSpPr>
        <p:spPr>
          <a:xfrm>
            <a:off x="7524974" y="36804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The Chat Interface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347472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interface you see in your browser or app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simple website - it's a complete application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frontend UI AND backend infrastructure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Claude.ai, Google Gemini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657600" cy="347472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Misconception: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20640" y="182880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It's NOT just a frontend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interface includes: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What you see and type into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Server infrastructure processing your requests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Model: The actual language model running in the cloud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The LLM Provider API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3716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Behind the Scenes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AI model (like GPT-4, Claude, or Gemini) running on powerful cloud servers. It receives your message and generates intelligent responses.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2468880" cy="210312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260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383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 access these AI models through APIs (like OpenAI API, Anthropic API)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91840" y="2743200"/>
            <a:ext cx="2468880" cy="210312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260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3383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require massive computing power, so they run on cloud infrastructure (AWS, Azure, etc.)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943600" y="2743200"/>
            <a:ext cx="2468880" cy="210312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9260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26480" y="33832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your input, understands context, generates responses, and can even call tools/functions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Agentic Frameworks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21295C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80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32588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these as the 'orchestrators' - they coordinate between the AI model, your application logic, and external tools/data.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Frameworks: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3840480" cy="822960"/>
          </a:xfrm>
          <a:prstGeom prst="rect">
            <a:avLst/>
          </a:prstGeom>
          <a:solidFill>
            <a:srgbClr val="065A82">
              <a:alpha val="85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- connects LLMs with external data, APIs, and tools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0" y="2926080"/>
            <a:ext cx="3840480" cy="822960"/>
          </a:xfrm>
          <a:prstGeom prst="rect">
            <a:avLst/>
          </a:prstGeom>
          <a:solidFill>
            <a:srgbClr val="065A82">
              <a:alpha val="85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Specializes in creating teams of AI agents that work together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3840480" cy="822960"/>
          </a:xfrm>
          <a:prstGeom prst="rect">
            <a:avLst/>
          </a:prstGeom>
          <a:solidFill>
            <a:srgbClr val="065A82">
              <a:alpha val="85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framework for building conversational AI agents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54880" y="3931920"/>
            <a:ext cx="3840480" cy="822960"/>
          </a:xfrm>
          <a:prstGeom prst="rect">
            <a:avLst/>
          </a:prstGeom>
          <a:solidFill>
            <a:srgbClr val="065A82">
              <a:alpha val="85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connecting LLMs to your own data sources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365760"/>
            <a:ext cx="90095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4: Libraries &amp; Data Connectors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like the tools in a toolbox - they help your agent actually DO things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931920" cy="338328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Libraries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(Python) - Make HTTP calls to APIs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- Work with data and spreadsheets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- Connect to databases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- Scrape web pages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1463040"/>
            <a:ext cx="3657600" cy="338328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459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APIs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120640" y="219456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connect to: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(SQL, MongoDB)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 (Google, Twitter, etc.)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 (PDFs, docs, images)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company systems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106" y="-1463040"/>
            <a:ext cx="84357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571500"/>
            <a:ext cx="6185647" cy="432995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662940"/>
            <a:ext cx="441832" cy="30928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62940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708660"/>
            <a:ext cx="353466" cy="2789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708661"/>
            <a:ext cx="5301983" cy="24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Interaction: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message: 'What's the weather in Mumbai?'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1051560" y="-228600"/>
            <a:ext cx="0" cy="123713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1261782"/>
            <a:ext cx="6185647" cy="432995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1353222"/>
            <a:ext cx="441832" cy="30928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22960" y="1577340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398942"/>
            <a:ext cx="353466" cy="2789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1398943"/>
            <a:ext cx="5301983" cy="24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Interface: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 captures your message and sends it to the backend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051560" y="2171700"/>
            <a:ext cx="0" cy="123713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371600" y="2019749"/>
            <a:ext cx="6185647" cy="432995"/>
          </a:xfrm>
          <a:prstGeom prst="rect">
            <a:avLst/>
          </a:prstGeom>
          <a:solidFill>
            <a:srgbClr val="21295C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2078915"/>
            <a:ext cx="441832" cy="30928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2111189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2156909"/>
            <a:ext cx="353466" cy="2789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03120" y="2156910"/>
            <a:ext cx="5301983" cy="24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Processing: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(GPT/Claude) understands your intent and determines it needs weather data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1371600" y="2687171"/>
            <a:ext cx="6185647" cy="432995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2778611"/>
            <a:ext cx="441832" cy="30928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2778611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2824331"/>
            <a:ext cx="353466" cy="27896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103120" y="2824332"/>
            <a:ext cx="5301983" cy="24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Framework: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LangChain/CrewAI orchestrates: 'Call the weather API for Mumbai'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Shape 25"/>
          <p:cNvSpPr/>
          <p:nvPr/>
        </p:nvSpPr>
        <p:spPr>
          <a:xfrm>
            <a:off x="1371600" y="3368489"/>
            <a:ext cx="6185647" cy="432995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22960" y="3470766"/>
            <a:ext cx="441832" cy="30928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27"/>
          <p:cNvSpPr/>
          <p:nvPr/>
        </p:nvSpPr>
        <p:spPr>
          <a:xfrm>
            <a:off x="830644" y="3492202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3505649"/>
            <a:ext cx="353466" cy="27896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103120" y="3505650"/>
            <a:ext cx="5301983" cy="24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API Call: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 Requests library to fetch data from OpenWeatherMap API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Shape 31"/>
          <p:cNvSpPr/>
          <p:nvPr/>
        </p:nvSpPr>
        <p:spPr>
          <a:xfrm>
            <a:off x="1371600" y="4001844"/>
            <a:ext cx="6185647" cy="432995"/>
          </a:xfrm>
          <a:prstGeom prst="rect">
            <a:avLst/>
          </a:prstGeom>
          <a:solidFill>
            <a:srgbClr val="21295C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22960" y="4093284"/>
            <a:ext cx="441832" cy="30928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4093284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4139004"/>
            <a:ext cx="353466" cy="278961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103120" y="4139005"/>
            <a:ext cx="5301983" cy="24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Generation: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weather data and generates a natural language response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Shape 37"/>
          <p:cNvSpPr/>
          <p:nvPr/>
        </p:nvSpPr>
        <p:spPr>
          <a:xfrm>
            <a:off x="1371600" y="4572000"/>
            <a:ext cx="6185647" cy="432995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822960" y="4663440"/>
            <a:ext cx="441832" cy="30928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7" name="Text 39"/>
          <p:cNvSpPr/>
          <p:nvPr/>
        </p:nvSpPr>
        <p:spPr>
          <a:xfrm>
            <a:off x="822960" y="4663440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709160"/>
            <a:ext cx="353466" cy="278961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2103120" y="4709161"/>
            <a:ext cx="5301983" cy="247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to User: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see: 'It's currently 32°C in Mumbai with clear skies'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E5255949-B7BA-4E14-6F6A-7D46350C0F12}"/>
              </a:ext>
            </a:extLst>
          </p:cNvPr>
          <p:cNvSpPr/>
          <p:nvPr/>
        </p:nvSpPr>
        <p:spPr>
          <a:xfrm>
            <a:off x="822960" y="1353222"/>
            <a:ext cx="441832" cy="309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 vs AI Agent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Logic: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 types X, do 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rules and workflows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form - you fill specific fields, click submit, data goes to database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handle unexpected inputs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or adaptation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65760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Intelligence: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language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what to do next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'Book me a flight to Paris' - agent figures out dates, prices, preferences, and completes booking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ambiguity and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multiple tools autonomously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Differences: Why AI Agents Are Unique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548640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Fixed business logic written in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554480"/>
            <a:ext cx="3749040" cy="54864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Agent: LLM that understands context and reasons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749040" cy="548640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If-else statements, predefined rules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749040" cy="54864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Agent: Dynamic reasoning based on natural language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3749040" cy="548640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Forms, buttons, dropdown menus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566160"/>
            <a:ext cx="3749040" cy="54864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Agent: Natural conversation - just describe what you want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3749040" cy="548640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63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You guide the system step-by-step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4572000"/>
            <a:ext cx="3749040" cy="54864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663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Agent: Agent figures out the steps autonomously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Travel Planning Agent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"Plan me a 3-day trip to Tokyo within $2000 budget"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498080" cy="41148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LLM understands: Need flights, hotels, activities for Tokyo, 3 days, budget $2000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7498080" cy="41148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23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Framework decides: Search flights first, then hotels, then activities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7498080" cy="41148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Uses Skyscanner API to find flights (~$600)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7498080" cy="41148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337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Uses Booking.com API to find hotels (~$300)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7498080" cy="41148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947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Uses Google Places API to suggest activities (~$200)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7498080" cy="41148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LLM creates itinerary with remaining budget ($900 for food/misc)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7498080" cy="411480"/>
          </a:xfrm>
          <a:prstGeom prst="rect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709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Presents complete plan with booking links to user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happens automatically - the agent chains multiple API calls based on your single request!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Ecosystem: Tools You'll Encounter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155448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828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ChatGPT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Claude.ai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Copilot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749040" cy="155448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029200" y="1828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(GPT-4)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(Claude)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(Gemini)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(Llama)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3749040" cy="155448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04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Frameworks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14400" y="3657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CrewAI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AutoGen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LlamaIndex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3017520"/>
            <a:ext cx="3749040" cy="155448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004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Tools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5029200" y="3657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Requests (HTTP)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 (Data)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SQLAlchemy (DB)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BeautifulSoup (Web)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1887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intelligent software that can understand, reason, and act autonomously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7863840" cy="59436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9202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involves: Chat UI → LLM Provider → Agent Framework → Tools/APIs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468880"/>
            <a:ext cx="7863840" cy="59436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25603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606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software, agents use LLMs for dynamic decision-making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3154680"/>
            <a:ext cx="7863840" cy="59436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2461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291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interfaces like ChatGPT are complete applications, not just frontend websites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9776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3977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like LangChain orchestrate between AI models and external data sources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40080" y="4526280"/>
            <a:ext cx="7863840" cy="59436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2960" y="46177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6634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8288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start building agents with Python and existing frameworks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how AI agents work!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01752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017520"/>
            <a:ext cx="1097280" cy="1097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your first AI agent?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1313</Words>
  <Application>Microsoft Macintosh PowerPoint</Application>
  <PresentationFormat>On-screen Show (16:9)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AI Agents: A Complete Guide</dc:title>
  <dc:subject>PptxGenJS Presentation</dc:subject>
  <dc:creator>AI Education</dc:creator>
  <cp:lastModifiedBy>Shalini Mittal</cp:lastModifiedBy>
  <cp:revision>6</cp:revision>
  <dcterms:created xsi:type="dcterms:W3CDTF">2026-05-04T17:46:32Z</dcterms:created>
  <dcterms:modified xsi:type="dcterms:W3CDTF">2026-05-06T02:41:51Z</dcterms:modified>
</cp:coreProperties>
</file>