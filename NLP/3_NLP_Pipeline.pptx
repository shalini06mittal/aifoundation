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0D3A6E"/>
          </a:solidFill>
          <a:ln w="12700">
            <a:solidFill>
              <a:srgbClr val="0D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A2B5C"/>
          </a:solidFill>
          <a:ln w="12700">
            <a:solidFill>
              <a:srgbClr val="0A2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Meaningful Insights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NLP Pipeline?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389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Pipeline is a series of sequential processing steps that transform raw, unstructured text into structured data that machines can understand and act 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in the pipeline builds on the previous one, progressively extracting more meaningful information.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numeric representations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entities, relationships and sentiment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downstream AI/ML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43000"/>
            <a:ext cx="3566160" cy="457200"/>
          </a:xfrm>
          <a:prstGeom prst="rect">
            <a:avLst>
              <a:gd name="adj" fmla="val 10000"/>
            </a:avLst>
          </a:prstGeom>
          <a:solidFill>
            <a:srgbClr val="00B4D8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274320" cy="20116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801368"/>
            <a:ext cx="3566160" cy="457200"/>
          </a:xfrm>
          <a:prstGeom prst="rect">
            <a:avLst>
              <a:gd name="adj" fmla="val 100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258568"/>
            <a:ext cx="274320" cy="20116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2459736"/>
            <a:ext cx="3566160" cy="457200"/>
          </a:xfrm>
          <a:prstGeom prst="rect">
            <a:avLst>
              <a:gd name="adj" fmla="val 100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2916936"/>
            <a:ext cx="274320" cy="20116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118104"/>
            <a:ext cx="3566160" cy="457200"/>
          </a:xfrm>
          <a:prstGeom prst="rect">
            <a:avLst>
              <a:gd name="adj" fmla="val 10000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118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575304"/>
            <a:ext cx="274320" cy="20116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3776472"/>
            <a:ext cx="3566160" cy="457200"/>
          </a:xfrm>
          <a:prstGeom prst="rect">
            <a:avLst>
              <a:gd name="adj" fmla="val 10000"/>
            </a:avLst>
          </a:prstGeom>
          <a:solidFill>
            <a:srgbClr val="0077B6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776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Output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Pipeline: Stage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Acquisition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raw text from files, APIs, web scraping, or databases.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9728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972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57276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text: remove noise, lowercase, handle punctuation &amp; special chars.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9728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972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words, subwords, or sentences (tokens).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898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26440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Stemming, Lemmatization, stop-word removal to standardize tokens.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78892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78892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49040" y="2898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26440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Bag-of-Words, TF-IDF, Word2Vec, BERT embeddings.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788920"/>
            <a:ext cx="2651760" cy="1508760"/>
          </a:xfrm>
          <a:prstGeom prst="rect">
            <a:avLst/>
          </a:prstGeom>
          <a:solidFill>
            <a:srgbClr val="142D5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788920"/>
            <a:ext cx="5029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78892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0" y="2898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264408"/>
            <a:ext cx="19659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features to ML/DL models for classification, NER, translation, etc.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Tokenization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184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305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322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HTML, URLs, special chars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4261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834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retain based on task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3467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tabs, newlines, spaces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6667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21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Fix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858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Unicode &amp; encoding errors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051560"/>
            <a:ext cx="42976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Tokenization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1572768"/>
            <a:ext cx="4023360" cy="658368"/>
          </a:xfrm>
          <a:prstGeom prst="rect">
            <a:avLst/>
          </a:prstGeom>
          <a:solidFill>
            <a:srgbClr val="F4FB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57276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Tokenization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1892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World!" → ["Hello", "World", "!"]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322576"/>
            <a:ext cx="4023360" cy="658368"/>
          </a:xfrm>
          <a:prstGeom prst="rect">
            <a:avLst/>
          </a:prstGeom>
          <a:solidFill>
            <a:srgbClr val="F4FB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3225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368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Tokenization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2642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"Hi. How are you?" → 2 sentences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072384"/>
            <a:ext cx="4023360" cy="658368"/>
          </a:xfrm>
          <a:prstGeom prst="rect">
            <a:avLst/>
          </a:prstGeom>
          <a:solidFill>
            <a:srgbClr val="F4FBFF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07238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(BPE)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28032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"unhappiness" → ["un", "happi", "ness"]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822192"/>
            <a:ext cx="4023360" cy="658368"/>
          </a:xfrm>
          <a:prstGeom prst="rect">
            <a:avLst/>
          </a:prstGeom>
          <a:solidFill>
            <a:srgbClr val="F4FB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822192"/>
            <a:ext cx="54864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28032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"Cat" → ["C", "a", "t"]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920240"/>
          </a:xfrm>
          <a:prstGeom prst="rect">
            <a:avLst/>
          </a:prstGeom>
          <a:solidFill>
            <a:srgbClr val="13264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(BoW)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 frequency per document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fast; ignores word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49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dimensionality 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005840"/>
            <a:ext cx="4114800" cy="1920240"/>
          </a:xfrm>
          <a:prstGeom prst="rect">
            <a:avLst/>
          </a:prstGeom>
          <a:solidFill>
            <a:srgbClr val="13264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00584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× Inverse Doc Frequency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common 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249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BoW for retrieval tasks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1920240"/>
          </a:xfrm>
          <a:prstGeom prst="rect">
            <a:avLst/>
          </a:prstGeom>
          <a:solidFill>
            <a:srgbClr val="132640"/>
          </a:solidFill>
          <a:ln w="1905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4114800" cy="38404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/ GloVe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embeddings (e.g. 300-d)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semantic similarity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306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"king" - "man" + "woman" ≈ "queen"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3063240"/>
            <a:ext cx="4114800" cy="1920240"/>
          </a:xfrm>
          <a:prstGeom prst="rect">
            <a:avLst/>
          </a:prstGeom>
          <a:solidFill>
            <a:srgbClr val="132640"/>
          </a:solidFill>
          <a:ln w="1905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3063240"/>
            <a:ext cx="41148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063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Transformers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520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 per token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massive corpora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306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for most NLP tasks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Tasks &amp; 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060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reviews, social media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44952" y="1051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44952" y="105156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1600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names, locations, organizations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15584" y="1051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15584" y="1051560"/>
            <a:ext cx="260604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2744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52744" y="1600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Translate, DeepL, multilingual apps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50592"/>
            <a:ext cx="260604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87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digest, document summarization tools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44952" y="2450592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44952" y="2450592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2587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82112" y="2999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virtual assistants, search engines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15584" y="2450592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15584" y="2450592"/>
            <a:ext cx="26060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2587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52744" y="2999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 topic categorization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NLP Pipeline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-45720" y="1737360"/>
            <a:ext cx="100584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4572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737360"/>
            <a:ext cx="100584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737360"/>
            <a:ext cx="100584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1737360"/>
            <a:ext cx="100584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737360"/>
            <a:ext cx="100584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737360"/>
            <a:ext cx="100584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2011680"/>
            <a:ext cx="365760" cy="1371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1737360"/>
            <a:ext cx="1005840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7373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8412480" cy="2057400"/>
          </a:xfrm>
          <a:prstGeom prst="rect">
            <a:avLst/>
          </a:prstGeom>
          <a:solidFill>
            <a:srgbClr val="0C20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</a:t>
            </a:r>
            <a:pPr indent="0" marL="0">
              <a:buNone/>
            </a:pPr>
            <a:r>
              <a:rPr lang="en-US" sz="1100" i="1" dirty="0">
                <a:solidFill>
                  <a:srgbClr val="AA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quick Brown Fox jumped over the Lazy dog!"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538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Preprocess: </a:t>
            </a:r>
            <a:pPr indent="0" marL="0">
              <a:buNone/>
            </a:pPr>
            <a:r>
              <a:rPr lang="en-US" sz="1100" i="1" dirty="0">
                <a:solidFill>
                  <a:srgbClr val="AA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quick brown fox jumped over the lazy dog"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31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Tokenize: </a:t>
            </a:r>
            <a:pPr indent="0" marL="0">
              <a:buNone/>
            </a:pPr>
            <a:r>
              <a:rPr lang="en-US" sz="1100" i="1" dirty="0">
                <a:solidFill>
                  <a:srgbClr val="AA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["the", "quick", "brown", "fox", "jumped", "over", "the", "lazy", "dog"]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123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Normalize: </a:t>
            </a:r>
            <a:pPr indent="0" marL="0">
              <a:buNone/>
            </a:pPr>
            <a:r>
              <a:rPr lang="en-US" sz="1100" i="1" dirty="0">
                <a:solidFill>
                  <a:srgbClr val="AA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["quick", "brown", "fox", "jump", "lazi", "dog"]  ← stop words removed, stemmed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→ Model: </a:t>
            </a:r>
            <a:pPr indent="0" marL="0">
              <a:buNone/>
            </a:pPr>
            <a:r>
              <a:rPr lang="en-US" sz="1100" i="1" dirty="0">
                <a:solidFill>
                  <a:srgbClr val="AA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/ Embeddings → Classifier → "Animal Activity" label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D3A6E"/>
          </a:solidFill>
          <a:ln w="12700">
            <a:solidFill>
              <a:srgbClr val="0D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200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pipeline turns raw text into structured, model-ready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3200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stages: Acquisition → Preprocessing → Tokenization → Normalization → Features →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69464"/>
            <a:ext cx="3200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946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694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ranges from simple BoW to powerful transformer embeddings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236976"/>
            <a:ext cx="3200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3697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2369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powers chatbots, translation, sentiment analysis, search engines &amp; more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904488"/>
            <a:ext cx="3200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0448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04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(BERT, GPT) have become the backbone of modern NLP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NLP Pipeline Overview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Pipeline</dc:title>
  <dc:subject>PptxGenJS Presentation</dc:subject>
  <dc:creator>PptxGenJS</dc:creator>
  <cp:lastModifiedBy>PptxGenJS</cp:lastModifiedBy>
  <cp:revision>1</cp:revision>
  <dcterms:created xsi:type="dcterms:W3CDTF">2026-04-02T14:10:32Z</dcterms:created>
  <dcterms:modified xsi:type="dcterms:W3CDTF">2026-04-02T14:10:32Z</dcterms:modified>
</cp:coreProperties>
</file>