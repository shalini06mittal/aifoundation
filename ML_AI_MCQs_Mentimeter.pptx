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216526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</a:rPr>
              <a:t>Machine Learning &amp; AI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2F2F2"/>
                </a:solidFill>
              </a:rPr>
              <a:t>Multiple Choice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02C39A"/>
                </a:solidFill>
              </a:rPr>
              <a:t>20 Questions on ML, DL &amp; AI Basics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1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What is the main difference between supervised and unsupervised learning?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Supervised learning uses labeled data while unsupervised finds patterns in unlabeled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Supervised learning is faster than unsupervised learning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Unsupervised learning always gives better accuracy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Supervised learning doesn't need training 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2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A hospital wants to predict patient readmission risk based on past medical records. Which type of learning is most appropriate?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Unsupervised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Supervised learning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Reinforcement learning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Transfer learning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3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What does 'overfitting' mean in machine learning?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The model performs well on training data but poorly on new unseen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The model is too simple to capture patterns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The model trains too quickly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The model uses too little 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4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Which real-world application best represents reinforcement learning?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Email spam classification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Customer segmentation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Teaching a robot to walk through trial and error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0" y="3383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Predicting house prices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5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What is a neural network inspired by?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Computer processors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Mathematical equations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The human brain's structure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0" y="3383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Statistical models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6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In a deep learning model, what does 'depth' refer to?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The amount of training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The number of hidden layers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The training time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The size of input 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7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A company wants to group customers with similar buying behaviors without predefined categories. What should they use?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Classification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Regression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Clustering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0" y="3383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Supervised learning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8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What is the primary purpose of a validation set in machine learning?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To train the model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To tune hyperparameters and prevent overfitting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To test final model performance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To collect more 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9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Which scenario best describes a classification problem?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Predicting tomorrow's temperature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Determining if an email is spam or not spam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Estimating a house's selling price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Forecasting stock market values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10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What distinguishes deep learning from traditional machine learning?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Deep learning always uses less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Deep learning automatically learns features from raw data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Deep learning is always faster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Deep learning doesn't need GPUs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11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A self-driving car learns to navigate by receiving rewards for safe driving and penalties for mistakes. This is an example of: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Supervised learning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Unsupervised learning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Reinforcement learning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0" y="3383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Semi-supervised learning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12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What is 'feature engineering' in machine learning?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Training the model faster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The process of selecting and transforming input variables to improve model performance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Choosing the right algorithm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Collecting more data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13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Why is a large dataset often important for deep learning models?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Deep learning models have many parameters that need sufficient data to learn effectively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38160" y="2103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Large datasets make training faster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More data always guarantees better results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Large datasets reduce the need for validation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14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What is transfer learning?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Training multiple models simultaneously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Using knowledge from a pre-trained model for a new related task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Transferring data between databases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Converting one algorithm to another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AB41555-E1FF-F614-26CA-F5ACD5C9D08C}"/>
              </a:ext>
            </a:extLst>
          </p:cNvPr>
          <p:cNvSpPr txBox="1"/>
          <p:nvPr/>
        </p:nvSpPr>
        <p:spPr>
          <a:xfrm>
            <a:off x="-385482" y="20260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15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A recommendation system suggests products based on what similar users liked. What type of learning approach is this?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Supervised classification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Regression analysis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Collaborative filtering (unsupervised/hybrid)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0" y="3383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Reinforcement learning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16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What does the term 'bias' mean in the context of AI/ML fairness?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Model complexity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Systematic errors that favor certain outcomes or groups over others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Training speed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Amount of data used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17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In computer vision, what is the primary purpose of Convolutional Neural Networks (CNNs)?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Text generation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Speech recognition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Automatically learning spatial hierarchies and patterns from images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0" y="3383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Time series forecasting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18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What is the 'training' phase in machine learning?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Collecting data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The process where the model learns patterns from data by adjusting its parameters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Testing the model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Deploying the model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19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Which statement best describes 'artificial intelligence'?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Only systems that can think exactly like humans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Machines or software that can perform tasks typically requiring human intelligence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38160" y="274320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Only robots with physical form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Systems that are conscious and self-aware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54DEB6-E1D7-1387-827F-A68C0B600FBB}"/>
              </a:ext>
            </a:extLst>
          </p:cNvPr>
          <p:cNvSpPr txBox="1"/>
          <p:nvPr/>
        </p:nvSpPr>
        <p:spPr>
          <a:xfrm>
            <a:off x="2097741" y="309282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</a:rPr>
              <a:t>Question 20 of 20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12121"/>
                </a:solidFill>
              </a:rPr>
              <a:t>A model predicts continuous numeric values like salary or temperature. This is called: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65760" cy="365760"/>
          </a:xfrm>
          <a:prstGeom prst="ellipse">
            <a:avLst/>
          </a:prstGeom>
          <a:solidFill>
            <a:srgbClr val="4A90E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103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A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Classification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7B68EE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B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88720" y="274320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Clustering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33832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C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338328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Regression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138160" y="33832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48C774"/>
                </a:solidFill>
              </a:rPr>
              <a:t>✓ Correct Answer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48C774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D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188720" y="40233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212121"/>
                </a:solidFill>
              </a:rPr>
              <a:t>Dimensionality reduction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99999"/>
                </a:solidFill>
              </a:rPr>
              <a:t>For Mentimeter Upload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65A8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Answer Key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1188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Q1: 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914400" y="1536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Q2: B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914400" y="18836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Q3: 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2311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Q4: C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2578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Q5: C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Q6: B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3273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Q7: C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621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Q8: B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9684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Q9: B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Q10: 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1887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Q11: C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0" y="153619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Q12: 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29200" y="188366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Q13: A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029200" y="223113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Q14: B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25786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Q15: 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29260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Q16: B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327355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Q17: 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29200" y="36210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Q18: B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29200" y="3968496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Q19: 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0" y="43159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F2F2F2"/>
                </a:solidFill>
              </a:rPr>
              <a:t>Q20: C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1006</Words>
  <Application>Microsoft Macintosh PowerPoint</Application>
  <PresentationFormat>On-screen Show (16:9)</PresentationFormat>
  <Paragraphs>286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4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Machine Learning &amp; AI MCQs</dc:title>
  <dc:subject>PptxGenJS Presentation</dc:subject>
  <dc:creator>ML/AI Quiz</dc:creator>
  <cp:lastModifiedBy>Shalini Mittal</cp:lastModifiedBy>
  <cp:revision>2</cp:revision>
  <dcterms:created xsi:type="dcterms:W3CDTF">2026-05-08T02:50:10Z</dcterms:created>
  <dcterms:modified xsi:type="dcterms:W3CDTF">2026-05-08T03:11:52Z</dcterms:modified>
</cp:coreProperties>
</file>