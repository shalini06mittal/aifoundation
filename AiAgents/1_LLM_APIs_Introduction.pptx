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LLM APIs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Guide to OpenAI, Anthropic, and Google APIs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LLM APIs?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88720"/>
            <a:ext cx="7589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 (LLM) APIs provide programmatic access to powerful AI models that can understand and generate human-like text. These APIs allow developers to integrate advanced natural language processing capabilities into their applications without training models from scratch.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Integration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 training required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infrastructure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model updates and improvements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Pay-as-you-go pricing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LLM API Providers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GPT-3.5 models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completions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capabilities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 image generation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models (Opus, Sonnet, Haiku)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 capabilities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context windows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reasoning abilities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188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models (Pro, Flash)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capabilities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integration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 grounding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Structure Overview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887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major LLM APIs follow a similar structure with HTTP POST requests to their respective endpoints. The request typically includes the model name, messages or prompts, and various parameters to control the output.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API Components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74320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Model Selection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Specify which model to use (e.g., gpt-4, claude-3-opus, gemini-pro)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Messages/Prompts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input text with role specifications (system, user, assistant)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Parameters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Control generation behavior (temperature, max tokens, etc.)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Prompts vs User Prompts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different types of prompts is crucial for effective API usage.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4023360" cy="2926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737360"/>
            <a:ext cx="91440" cy="29260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Prompt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31520" y="24688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AI's behavior and role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context and constraints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globally to conversation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visible to end users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"You are a helpful coding assistant"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3440" y="1737360"/>
            <a:ext cx="4023360" cy="2926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Shape 7"/>
          <p:cNvSpPr/>
          <p:nvPr/>
        </p:nvSpPr>
        <p:spPr>
          <a:xfrm>
            <a:off x="4663440" y="1737360"/>
            <a:ext cx="91440" cy="292608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202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937760" y="24688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actual user query or input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with each request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include conversation history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in chat applications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"Write a Python function to sort a list"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Example in 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OpenAI API Example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"gpt-4",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"role": "system", "content": "You are an expert programmer" },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"role": "user", "content": "Write a function to calculate fibonacci"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Parameter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88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the randomness and creativity of the model's output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ranges from 0.0 to 2.0 (though most practical use cases stay between 0 and 1). It affects how the model selects the next token in the generation process.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468880"/>
            <a:ext cx="4023360" cy="22860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Temperature (0.0 - 0.3)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deterministic output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on most probable tokens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and predictable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4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generation, factual Q&amp;A, data extraction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2468880"/>
            <a:ext cx="4023360" cy="22860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Temperature (0.7 - 1.0+)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846320" y="3108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creative and varied output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Explores diverse possibilities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predictable results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400" dirty="0"/>
          </a:p>
          <a:p>
            <a:pPr lvl="1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writing, brainstorming, diverse suggestions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Tokens Parameter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88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 the maximum length of the generated response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Token?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 is a chunk of text. In English, 1 token ≈ 4 characters or ≈ 0.75 words. The sentence "Hello, how are you?" contains approximately 5-6 tokens.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Considerations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response length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 API cost (you're charged per token)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tokens = input tokens + output tokens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max_tokens is reached, response may be cut off mid-sentence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models have different maximum context windows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Sequences Parameter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88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Specifies sequences where the model should stop generating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sequences (also called stop tokens) tell the model to halt generation when it encounters specific strings. This provides fine-grained control over output structure.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Use Cases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4023360" cy="1737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at specific delimiters like "\n\n" to get single paragraphs, or "---" to separate sections. Useful for generating lists or structured data.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2834640"/>
            <a:ext cx="4023360" cy="1737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Control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846320" y="33832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at "User:" or "Assistant:" to prevent the model from generating both sides of a conversation. Essential for chat applications.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API Request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"gpt-4",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"system", "content": "You are a helpful assistant."},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"user", "content": "Explain quantum computing"}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Response control parameters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"temperature": 0.7,  // Balanced creativity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"max_tokens": 500,   // Limit response length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"stop": ["\n\n", "---"]  // Stop at double newline or separator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Parameters Quick Reference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743200"/>
                <a:gridCol w="237744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Range/Type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Typical Values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temperature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0.0 - 2.0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Controls randomness and creativity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0.0-0.3 (factual)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0.7-1.0 (creative)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max_tokens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1 - model limit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Limits output length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100-500 (short)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1000-4000 (long)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stop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Array of strings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Sequences to halt generation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["\n\n", "---"]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["User:", "###"]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top_p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0.0 - 1.0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Alternative to temperature (nucleus sampling)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0.9-0.95 typical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frequency_penalty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-2.0 to 2.0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Reduces repetition of tokens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0.0-0.5 typical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18872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for Effective LLM API Usage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402336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Low Temperature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0.0-0.3 for reliable outputs, then increase if you need more creativity. Easier to add randomness than remove inconsistency.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828800"/>
            <a:ext cx="402336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Reasonable Token Limits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46320" y="2377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set max_tokens too low (response gets cut off) or too high (unnecessary cost). Test to find the sweet spot for your use case.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291840"/>
            <a:ext cx="402336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Clear System Prompts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AI's role clearly in system prompts. Be specific about format, tone, and constraints. This significantly improves output quality.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3291840"/>
            <a:ext cx="4023360" cy="1280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Token Usage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846320" y="3840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API usage and costs. Most providers return token counts in responses. Implement logging to optimize your prompts and parameters.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Building with LLM APIs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32918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 OpenAI, Anthropic, and Google API Documentation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LLM APIs</dc:title>
  <dc:subject>PptxGenJS Presentation</dc:subject>
  <dc:creator>LLM API Guide</dc:creator>
  <cp:lastModifiedBy>LLM API Guide</cp:lastModifiedBy>
  <cp:revision>1</cp:revision>
  <dcterms:created xsi:type="dcterms:W3CDTF">2026-05-07T12:56:44Z</dcterms:created>
  <dcterms:modified xsi:type="dcterms:W3CDTF">2026-05-07T12:56:44Z</dcterms:modified>
</cp:coreProperties>
</file>